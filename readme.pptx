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6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B7EEC-5557-7927-4CB2-D3DC5CF92A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9A681-59C0-68CA-6933-1C61E8EBD1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0EC347-7BFE-9A50-7535-F8CD5DDD4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1E096-76D2-4BBC-9F9F-F2BA20A3D681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D56BDF-679C-05FA-832C-3616D3062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F3981-2010-29C6-3226-62A359F8E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E9574-E525-410D-8228-B126198C29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7927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4EF03-A393-FDF0-FD3D-3CB473DD9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4A2D7-20AF-78F6-49D4-3ABAF30E4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16B6D7-A293-C1E6-DCD5-241A7F987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1E096-76D2-4BBC-9F9F-F2BA20A3D681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4E86B-F0F7-B09A-6A20-C465099CE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5347E-54EE-9E5E-F2DC-BE6E7B389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E9574-E525-410D-8228-B126198C29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1374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85CFE-914D-4881-40E8-0FBBD84F0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1AF56B-4C3D-65DC-7EA1-0057F05E6A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DFB5D-F7E7-C40A-15A5-1D7C4C345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1E096-76D2-4BBC-9F9F-F2BA20A3D681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1316A5-8EAF-F75C-BCDD-12139984E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3830F-2137-D71E-6E4C-D9071DCBD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E9574-E525-410D-8228-B126198C29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6150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52B24-E650-2CCB-E59C-F7D74BBC0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3D33D-19D1-0B4F-E645-8471C8C0C9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90EBAB-708E-E141-BF44-399A16E304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5F4337-5819-54D5-A22C-FBC0802F5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1E096-76D2-4BBC-9F9F-F2BA20A3D681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7A653C-EE31-2997-0883-5CF0623F6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045AF9-4AEB-780D-AB75-14C516762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E9574-E525-410D-8228-B126198C29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6777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E45E3-51C2-9A2B-5DA2-89AE0C54D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0D72B0-C93F-20FB-F301-E124B079CE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48ED03-CB25-A07C-A60D-6B57DC2F7B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D58EF4-4FD4-2F16-E612-7E092817E3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86AF5C-662E-DF56-64E8-98CE669B9D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55ADB4-D386-E349-150F-784D4DD0B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1E096-76D2-4BBC-9F9F-F2BA20A3D681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80105A-E8E8-09DD-1195-5F37A4C18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4B8226-6368-5C7C-D254-200E35D7E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E9574-E525-410D-8228-B126198C29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1547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AE511-578F-4DFF-DFC1-719E875AC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96FD9-F3B5-7BBC-B452-31ED4EBDC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1E096-76D2-4BBC-9F9F-F2BA20A3D681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48D64F-0F24-6F07-8536-356E7D07C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45652C-5981-D684-3921-CA7410DC8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E9574-E525-410D-8228-B126198C29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660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34744D-B66C-34DA-0AFB-AFA936EA1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1E096-76D2-4BBC-9F9F-F2BA20A3D681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004352-101A-BB1A-6B91-AC766E646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D6BAC4-39A4-4942-EE8E-1B4FAE6AC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E9574-E525-410D-8228-B126198C29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4422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CF386-9DD9-4B23-09CD-3A70F7713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0CE7A-EE9A-DE7D-0217-7F86B8076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287C48-925B-FAEC-76F2-EA6C365A19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11340F-D2C8-37BF-C692-8CD34385A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1E096-76D2-4BBC-9F9F-F2BA20A3D681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31523C-2EBB-E6DF-F0C1-EA23DF296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A88DCC-998C-1770-FA71-0366ECF42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E9574-E525-410D-8228-B126198C29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2562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179CD-0AA0-162A-89C1-1C1F66C10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F2D783-1C09-2D1C-E510-ACA6D18CAF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56B10B-6901-6347-FB13-8CE6C3B8D0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A6FF40-BC39-C600-20B5-D7D371726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1E096-76D2-4BBC-9F9F-F2BA20A3D681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370A86-E6F7-127C-1DD0-F887CCC33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1E8989-7FDE-3572-17F1-385B41306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E9574-E525-410D-8228-B126198C29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8411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66036-97A4-55A7-02A9-512190FB1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782EAC-799B-6211-6F05-DEDDAB3309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01615-AA5E-9673-8CEF-2FD19550C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1E096-76D2-4BBC-9F9F-F2BA20A3D681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84A5A-D10E-BE68-6F48-56F89B375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44E897-1007-0F9B-CAFB-2FE4879E2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E9574-E525-410D-8228-B126198C29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0911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B3EC1F-BA5F-37A7-D95A-606DA1BB65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EE4FD0-729F-F420-E707-8A75E1E6E4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F763C-606D-F03B-A439-8B5373C6D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1E096-76D2-4BBC-9F9F-F2BA20A3D681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B2E3D-99D0-2861-CE6C-CC0F6E445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E9740-8D8A-EF16-3431-1FFF384C4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E9574-E525-410D-8228-B126198C29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5832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F4D18B-CD7D-4AF9-228C-FDC85A8B7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825D85-744A-BA8E-FCEA-6EFF0B505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D4676-8C0E-2B0C-348B-D560448F98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D1E096-76D2-4BBC-9F9F-F2BA20A3D681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173314-8DD9-D514-6BD5-F844429C4D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9EF7E-2A83-893F-E4D7-5F2BDCFEC2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FE9574-E525-410D-8228-B126198C29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8689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CB997-20DA-835D-8A82-30FE1BDC51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0215F8-9E6C-F5FD-54D1-709B01342E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8381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B3FB7-F92D-2908-A37C-913801374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EE3FB-17F1-A196-51B1-5711A0494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7C5477F-32AE-81CC-2899-5FD44FD579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9156751"/>
              </p:ext>
            </p:extLst>
          </p:nvPr>
        </p:nvGraphicFramePr>
        <p:xfrm>
          <a:off x="1404679" y="2399610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20869997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87726313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78939051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94421274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6545506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config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sql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env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2777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Main.py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7630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Dev.ipynb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5968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1588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608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9095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2918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6995</TotalTime>
  <Words>11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Raji, Muizdeen</dc:creator>
  <cp:lastModifiedBy>Raji, Muizdeen</cp:lastModifiedBy>
  <cp:revision>2</cp:revision>
  <dcterms:created xsi:type="dcterms:W3CDTF">2026-01-12T22:53:11Z</dcterms:created>
  <dcterms:modified xsi:type="dcterms:W3CDTF">2026-01-23T16:40:29Z</dcterms:modified>
</cp:coreProperties>
</file>